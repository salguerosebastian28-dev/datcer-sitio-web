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0692000" cy="6012000"/>
  <p:notesSz cx="6012000" cy="106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92000" cy="601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92000" cy="601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92000" cy="601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92000" cy="601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92000" cy="601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92000" cy="601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92000" cy="601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92000" cy="601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92000" cy="601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92000" cy="601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92000" cy="601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92000" cy="6012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92000" cy="6012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92000" cy="6012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92000" cy="6012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92000" cy="6012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92000" cy="6012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92000" cy="6012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92000" cy="6012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92000" cy="6012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92000" cy="601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DATCER S.A.S.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Portafolio de servicios 2026</dc:title>
  <dc:subject>PptxGenJS Presentation</dc:subject>
  <dc:creator>DATCER</dc:creator>
  <cp:lastModifiedBy>DATCER</cp:lastModifiedBy>
  <cp:revision>1</cp:revision>
  <dcterms:created xsi:type="dcterms:W3CDTF">2026-09-10T16:42:24Z</dcterms:created>
  <dcterms:modified xsi:type="dcterms:W3CDTF">2026-09-10T16:42:24Z</dcterms:modified>
</cp:coreProperties>
</file>